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21599525" cy="32399288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FD0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5" d="100"/>
          <a:sy n="25" d="100"/>
        </p:scale>
        <p:origin x="392" y="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13928-AC9E-4B7E-8DF4-30192601C3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9965" y="5302386"/>
            <a:ext cx="18359596" cy="11279752"/>
          </a:xfrm>
        </p:spPr>
        <p:txBody>
          <a:bodyPr anchor="b"/>
          <a:lstStyle>
            <a:lvl1pPr algn="ctr">
              <a:buNone/>
              <a:defRPr sz="14173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174054-0348-47AA-B51F-ABC745A9BB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9941" y="17017128"/>
            <a:ext cx="16199644" cy="7822326"/>
          </a:xfrm>
        </p:spPr>
        <p:txBody>
          <a:bodyPr/>
          <a:lstStyle>
            <a:lvl1pPr marL="0" indent="0" algn="ctr">
              <a:buNone/>
              <a:defRPr sz="5669"/>
            </a:lvl1pPr>
            <a:lvl2pPr marL="1079998" indent="0" algn="ctr">
              <a:buNone/>
              <a:defRPr sz="4724"/>
            </a:lvl2pPr>
            <a:lvl3pPr marL="2159996" indent="0" algn="ctr">
              <a:buNone/>
              <a:defRPr sz="4252"/>
            </a:lvl3pPr>
            <a:lvl4pPr marL="3239994" indent="0" algn="ctr">
              <a:buNone/>
              <a:defRPr sz="3780"/>
            </a:lvl4pPr>
            <a:lvl5pPr marL="4319991" indent="0" algn="ctr">
              <a:buNone/>
              <a:defRPr sz="3780"/>
            </a:lvl5pPr>
            <a:lvl6pPr marL="5399989" indent="0" algn="ctr">
              <a:buNone/>
              <a:defRPr sz="3780"/>
            </a:lvl6pPr>
            <a:lvl7pPr marL="6479987" indent="0" algn="ctr">
              <a:buNone/>
              <a:defRPr sz="3780"/>
            </a:lvl7pPr>
            <a:lvl8pPr marL="7559985" indent="0" algn="ctr">
              <a:buNone/>
              <a:defRPr sz="3780"/>
            </a:lvl8pPr>
            <a:lvl9pPr marL="8639983" indent="0" algn="ctr">
              <a:buNone/>
              <a:defRPr sz="378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381BB-1354-4E92-9E3A-67758C66A69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727CDBC-6DDD-8E4B-B291-75E1164FEC08}" type="datetimeFigureOut">
              <a:t>2026/7/21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83FDA-D4E7-4273-AEA8-3DB6EB4E574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AA9C5-1994-4BD2-9F25-DF60A92180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2BDA55F-8BAA-6347-BE02-3806C2C7011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8218B-B998-41C0-96B8-8C3B8DC32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7E521-B88C-4E6C-9304-9DE94030C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89945-F142-4D2A-9931-299824C2971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727CDBC-6DDD-8E4B-B291-75E1164FEC08}" type="datetimeFigureOut">
              <a:t>2026/7/21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FFBC7-E184-4DC0-BCC4-1847102CEE7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9222A-336A-41DB-B19B-E13B0A77D7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2BDA55F-8BAA-6347-BE02-3806C2C7011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A0581-65ED-4E44-AA04-B359253B4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719" y="8077332"/>
            <a:ext cx="18629590" cy="13477201"/>
          </a:xfrm>
        </p:spPr>
        <p:txBody>
          <a:bodyPr anchor="b"/>
          <a:lstStyle>
            <a:lvl1pPr>
              <a:buNone/>
              <a:defRPr sz="14173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F0C937-B2C9-4F92-B0BC-7F694CBB8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3719" y="21682033"/>
            <a:ext cx="18629590" cy="7087342"/>
          </a:xfrm>
        </p:spPr>
        <p:txBody>
          <a:bodyPr/>
          <a:lstStyle>
            <a:lvl1pPr marL="0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1pPr>
            <a:lvl2pPr marL="1079998" indent="0">
              <a:buNone/>
              <a:defRPr sz="4724">
                <a:solidFill>
                  <a:schemeClr val="tx1">
                    <a:tint val="82000"/>
                  </a:schemeClr>
                </a:solidFill>
              </a:defRPr>
            </a:lvl2pPr>
            <a:lvl3pPr marL="2159996" indent="0">
              <a:buNone/>
              <a:defRPr sz="4252">
                <a:solidFill>
                  <a:schemeClr val="tx1">
                    <a:tint val="82000"/>
                  </a:schemeClr>
                </a:solidFill>
              </a:defRPr>
            </a:lvl3pPr>
            <a:lvl4pPr marL="3239994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4pPr>
            <a:lvl5pPr marL="4319991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5pPr>
            <a:lvl6pPr marL="5399989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6pPr>
            <a:lvl7pPr marL="6479987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7pPr>
            <a:lvl8pPr marL="7559985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8pPr>
            <a:lvl9pPr marL="8639983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18D5C-4760-47F4-AA62-E3C57AD3E4D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727CDBC-6DDD-8E4B-B291-75E1164FEC08}" type="datetimeFigureOut">
              <a:t>2026/7/21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6F909-2865-4E90-B97C-4BBDB1E2BEB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908393-2748-4260-9BA4-DC5365E3D6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2BDA55F-8BAA-6347-BE02-3806C2C7011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D404D-1D74-4820-8F7D-22DFFA0A2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E6A4F-F39A-4359-91D3-937EE4E90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967" y="8624810"/>
            <a:ext cx="9179798" cy="20557051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BC00B1-7E7B-4FB7-B9BE-CB9326C7EDD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0934760" y="8624810"/>
            <a:ext cx="9179798" cy="20557051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B857FC-C07A-46B5-A8B1-AD6BCB8EA0D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727CDBC-6DDD-8E4B-B291-75E1164FEC08}" type="datetimeFigureOut">
              <a:t>2026/7/21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07A5E5-3317-4311-BD69-BCECDCAFE68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8A750B-5484-4782-B10C-323E39ADCA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2BDA55F-8BAA-6347-BE02-3806C2C7011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2800C-0F66-4BD2-B8A8-7CFE36137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781" y="1724969"/>
            <a:ext cx="18629590" cy="6262365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1C2539-AFFB-4B16-B04E-EE6EFFBBC3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7783" y="7942328"/>
            <a:ext cx="9137610" cy="3892412"/>
          </a:xfrm>
        </p:spPr>
        <p:txBody>
          <a:bodyPr anchor="b"/>
          <a:lstStyle>
            <a:lvl1pPr marL="0" indent="0">
              <a:buNone/>
              <a:defRPr sz="5669" b="1"/>
            </a:lvl1pPr>
            <a:lvl2pPr marL="1079998" indent="0">
              <a:buNone/>
              <a:defRPr sz="4724" b="1"/>
            </a:lvl2pPr>
            <a:lvl3pPr marL="2159996" indent="0">
              <a:buNone/>
              <a:defRPr sz="4252" b="1"/>
            </a:lvl3pPr>
            <a:lvl4pPr marL="3239994" indent="0">
              <a:buNone/>
              <a:defRPr sz="3780" b="1"/>
            </a:lvl4pPr>
            <a:lvl5pPr marL="4319991" indent="0">
              <a:buNone/>
              <a:defRPr sz="3780" b="1"/>
            </a:lvl5pPr>
            <a:lvl6pPr marL="5399989" indent="0">
              <a:buNone/>
              <a:defRPr sz="3780" b="1"/>
            </a:lvl6pPr>
            <a:lvl7pPr marL="6479987" indent="0">
              <a:buNone/>
              <a:defRPr sz="3780" b="1"/>
            </a:lvl7pPr>
            <a:lvl8pPr marL="7559985" indent="0">
              <a:buNone/>
              <a:defRPr sz="3780" b="1"/>
            </a:lvl8pPr>
            <a:lvl9pPr marL="8639983" indent="0">
              <a:buNone/>
              <a:defRPr sz="378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2FE662-9B6C-4457-A49C-EAACB6413F36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87783" y="11834740"/>
            <a:ext cx="9137610" cy="17407120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1D3B71-DB8E-4743-A18D-D6DA890B4CF0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10934761" y="7942328"/>
            <a:ext cx="9182611" cy="3892412"/>
          </a:xfrm>
        </p:spPr>
        <p:txBody>
          <a:bodyPr anchor="b"/>
          <a:lstStyle>
            <a:lvl1pPr marL="0" indent="0">
              <a:buNone/>
              <a:defRPr sz="5669" b="1"/>
            </a:lvl1pPr>
            <a:lvl2pPr marL="1079998" indent="0">
              <a:buNone/>
              <a:defRPr sz="4724" b="1"/>
            </a:lvl2pPr>
            <a:lvl3pPr marL="2159996" indent="0">
              <a:buNone/>
              <a:defRPr sz="4252" b="1"/>
            </a:lvl3pPr>
            <a:lvl4pPr marL="3239994" indent="0">
              <a:buNone/>
              <a:defRPr sz="3780" b="1"/>
            </a:lvl4pPr>
            <a:lvl5pPr marL="4319991" indent="0">
              <a:buNone/>
              <a:defRPr sz="3780" b="1"/>
            </a:lvl5pPr>
            <a:lvl6pPr marL="5399989" indent="0">
              <a:buNone/>
              <a:defRPr sz="3780" b="1"/>
            </a:lvl6pPr>
            <a:lvl7pPr marL="6479987" indent="0">
              <a:buNone/>
              <a:defRPr sz="3780" b="1"/>
            </a:lvl7pPr>
            <a:lvl8pPr marL="7559985" indent="0">
              <a:buNone/>
              <a:defRPr sz="3780" b="1"/>
            </a:lvl8pPr>
            <a:lvl9pPr marL="8639983" indent="0">
              <a:buNone/>
              <a:defRPr sz="378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F6F884-9479-4F55-A963-A44CEC37887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10934761" y="11834740"/>
            <a:ext cx="9182611" cy="17407120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15642F-74FF-4EBD-9C7C-BBE5C3E75F1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727CDBC-6DDD-8E4B-B291-75E1164FEC08}" type="datetimeFigureOut">
              <a:t>2026/7/21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17F445-F639-4B88-8FBF-62E3BABF369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499433-CED4-4585-AE65-2420C02BC75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2BDA55F-8BAA-6347-BE02-3806C2C7011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EE391-042C-4C94-A4F7-EE76BE626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B59CC9-7A9A-4975-92B8-F95857687DD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727CDBC-6DDD-8E4B-B291-75E1164FEC08}" type="datetimeFigureOut">
              <a:t>2026/7/21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33BCA2-45F8-4D91-BA63-55D242869E2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3B053C-41F8-4157-A401-9C295086CF4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2BDA55F-8BAA-6347-BE02-3806C2C7011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255F22-CFE9-4427-94F9-6E1DB676831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727CDBC-6DDD-8E4B-B291-75E1164FEC08}" type="datetimeFigureOut">
              <a:t>2026/7/21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E93D4F-A9D4-4AAC-814B-87E40312D85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745485-772F-4151-B7A7-436E41000B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2BDA55F-8BAA-6347-BE02-3806C2C7011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3855F-B4C1-487F-B9F8-F7FCE6FE2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781" y="2159952"/>
            <a:ext cx="6966409" cy="7559834"/>
          </a:xfrm>
        </p:spPr>
        <p:txBody>
          <a:bodyPr anchor="b"/>
          <a:lstStyle>
            <a:lvl1pPr>
              <a:buNone/>
              <a:defRPr sz="7559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BF02E-85AD-467D-BFFD-9E79E322E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82611" y="4664905"/>
            <a:ext cx="10934760" cy="23024494"/>
          </a:xfrm>
        </p:spPr>
        <p:txBody>
          <a:bodyPr/>
          <a:lstStyle>
            <a:lvl1pPr>
              <a:buNone/>
              <a:defRPr sz="7559"/>
            </a:lvl1pPr>
            <a:lvl2pPr>
              <a:buNone/>
              <a:defRPr sz="6614"/>
            </a:lvl2pPr>
            <a:lvl3pPr>
              <a:buNone/>
              <a:defRPr sz="5669"/>
            </a:lvl3pPr>
            <a:lvl4pPr>
              <a:buNone/>
              <a:defRPr sz="4724"/>
            </a:lvl4pPr>
            <a:lvl5pPr>
              <a:buNone/>
              <a:defRPr sz="4724"/>
            </a:lvl5pPr>
            <a:lvl6pPr>
              <a:buNone/>
              <a:defRPr sz="4724"/>
            </a:lvl6pPr>
            <a:lvl7pPr>
              <a:buNone/>
              <a:defRPr sz="4724"/>
            </a:lvl7pPr>
            <a:lvl8pPr>
              <a:buNone/>
              <a:defRPr sz="4724"/>
            </a:lvl8pPr>
            <a:lvl9pPr>
              <a:buNone/>
              <a:defRPr sz="4724"/>
            </a:lvl9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6D8204-27CD-4822-BA9B-D9831CE36F2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487781" y="9719786"/>
            <a:ext cx="6966409" cy="18007107"/>
          </a:xfrm>
        </p:spPr>
        <p:txBody>
          <a:bodyPr/>
          <a:lstStyle>
            <a:lvl1pPr marL="0" indent="0">
              <a:buNone/>
              <a:defRPr sz="3780"/>
            </a:lvl1pPr>
            <a:lvl2pPr marL="1079998" indent="0">
              <a:buNone/>
              <a:defRPr sz="3307"/>
            </a:lvl2pPr>
            <a:lvl3pPr marL="2159996" indent="0">
              <a:buNone/>
              <a:defRPr sz="2835"/>
            </a:lvl3pPr>
            <a:lvl4pPr marL="3239994" indent="0">
              <a:buNone/>
              <a:defRPr sz="2362"/>
            </a:lvl4pPr>
            <a:lvl5pPr marL="4319991" indent="0">
              <a:buNone/>
              <a:defRPr sz="2362"/>
            </a:lvl5pPr>
            <a:lvl6pPr marL="5399989" indent="0">
              <a:buNone/>
              <a:defRPr sz="2362"/>
            </a:lvl6pPr>
            <a:lvl7pPr marL="6479987" indent="0">
              <a:buNone/>
              <a:defRPr sz="2362"/>
            </a:lvl7pPr>
            <a:lvl8pPr marL="7559985" indent="0">
              <a:buNone/>
              <a:defRPr sz="2362"/>
            </a:lvl8pPr>
            <a:lvl9pPr marL="8639983" indent="0">
              <a:buNone/>
              <a:defRPr sz="2362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B79122-A3F2-4463-BB28-7B427ED0903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727CDBC-6DDD-8E4B-B291-75E1164FEC08}" type="datetimeFigureOut">
              <a:t>2026/7/21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425EA2-87EE-4791-8021-AACE3B25DDC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62B99B-CD4E-47E7-930A-A093F83942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2BDA55F-8BAA-6347-BE02-3806C2C7011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CDFDF-6B76-4930-B4E3-4809F6E42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781" y="2159952"/>
            <a:ext cx="6966409" cy="7559834"/>
          </a:xfrm>
        </p:spPr>
        <p:txBody>
          <a:bodyPr anchor="b"/>
          <a:lstStyle>
            <a:lvl1pPr>
              <a:buNone/>
              <a:defRPr sz="7559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4C6274-86C8-4590-908C-0768C91E65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182611" y="4664905"/>
            <a:ext cx="10934760" cy="23024494"/>
          </a:xfrm>
        </p:spPr>
        <p:txBody>
          <a:bodyPr anchor="t"/>
          <a:lstStyle>
            <a:lvl1pPr marL="0" indent="0">
              <a:buNone/>
              <a:defRPr sz="7559"/>
            </a:lvl1pPr>
            <a:lvl2pPr marL="1079998" indent="0">
              <a:buNone/>
              <a:defRPr sz="6614"/>
            </a:lvl2pPr>
            <a:lvl3pPr marL="2159996" indent="0">
              <a:buNone/>
              <a:defRPr sz="5669"/>
            </a:lvl3pPr>
            <a:lvl4pPr marL="3239994" indent="0">
              <a:buNone/>
              <a:defRPr sz="4724"/>
            </a:lvl4pPr>
            <a:lvl5pPr marL="4319991" indent="0">
              <a:buNone/>
              <a:defRPr sz="4724"/>
            </a:lvl5pPr>
            <a:lvl6pPr marL="5399989" indent="0">
              <a:buNone/>
              <a:defRPr sz="4724"/>
            </a:lvl6pPr>
            <a:lvl7pPr marL="6479987" indent="0">
              <a:buNone/>
              <a:defRPr sz="4724"/>
            </a:lvl7pPr>
            <a:lvl8pPr marL="7559985" indent="0">
              <a:buNone/>
              <a:defRPr sz="4724"/>
            </a:lvl8pPr>
            <a:lvl9pPr marL="8639983" indent="0">
              <a:buNone/>
              <a:defRPr sz="4724"/>
            </a:lvl9pPr>
          </a:lstStyle>
          <a:p>
            <a:r>
              <a:t>单击图标添加图片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07379E-1255-408D-BF90-F11D882BA6E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487781" y="9719786"/>
            <a:ext cx="6966409" cy="18007107"/>
          </a:xfrm>
        </p:spPr>
        <p:txBody>
          <a:bodyPr/>
          <a:lstStyle>
            <a:lvl1pPr marL="0" indent="0">
              <a:buNone/>
              <a:defRPr sz="3780"/>
            </a:lvl1pPr>
            <a:lvl2pPr marL="1079998" indent="0">
              <a:buNone/>
              <a:defRPr sz="3307"/>
            </a:lvl2pPr>
            <a:lvl3pPr marL="2159996" indent="0">
              <a:buNone/>
              <a:defRPr sz="2835"/>
            </a:lvl3pPr>
            <a:lvl4pPr marL="3239994" indent="0">
              <a:buNone/>
              <a:defRPr sz="2362"/>
            </a:lvl4pPr>
            <a:lvl5pPr marL="4319991" indent="0">
              <a:buNone/>
              <a:defRPr sz="2362"/>
            </a:lvl5pPr>
            <a:lvl6pPr marL="5399989" indent="0">
              <a:buNone/>
              <a:defRPr sz="2362"/>
            </a:lvl6pPr>
            <a:lvl7pPr marL="6479987" indent="0">
              <a:buNone/>
              <a:defRPr sz="2362"/>
            </a:lvl7pPr>
            <a:lvl8pPr marL="7559985" indent="0">
              <a:buNone/>
              <a:defRPr sz="2362"/>
            </a:lvl8pPr>
            <a:lvl9pPr marL="8639983" indent="0">
              <a:buNone/>
              <a:defRPr sz="2362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95D2B2-884A-4D2A-8577-F35C32AE1C6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727CDBC-6DDD-8E4B-B291-75E1164FEC08}" type="datetimeFigureOut">
              <a:t>2026/7/21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8B9341-0F8E-4254-B722-C5219CAE1F2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803677-8C29-452A-A419-C3D2C959AA4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2BDA55F-8BAA-6347-BE02-3806C2C7011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AF44D-B9DC-45C9-AA35-6F6AA75D2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38AF6A-2F20-4910-B8E1-E79BAE1514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7643C-CCE6-4D15-BE08-2B8F33EDE52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727CDBC-6DDD-8E4B-B291-75E1164FEC08}" type="datetimeFigureOut">
              <a:t>2026/7/21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E9440-FFA1-4521-A498-CAFF35D4111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A9EF5-6645-4D6A-8998-CF419563033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2BDA55F-8BAA-6347-BE02-3806C2C7011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C6C03C-8CCA-42FB-B316-99E1BC347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7161" y="1724962"/>
            <a:ext cx="4657398" cy="27456899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245333-C61F-4E6D-A99E-91B702430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4968" y="1724962"/>
            <a:ext cx="13702199" cy="27456899"/>
          </a:xfrm>
        </p:spPr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7CF3C-849C-4305-84CA-E7BE6D4BD86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727CDBC-6DDD-8E4B-B291-75E1164FEC08}" type="datetimeFigureOut">
              <a:t>2026/7/21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8EAA28-2E48-42CC-BA5F-3763A1EEC69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BF897-DED8-4891-BA30-85960F966A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2BDA55F-8BAA-6347-BE02-3806C2C7011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55CBF8-F7A6-489E-92A6-54C20006A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968" y="1724969"/>
            <a:ext cx="18629590" cy="626236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CAAAD1-151D-4C05-9001-5C3CB64C1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4968" y="8624810"/>
            <a:ext cx="18629590" cy="20557051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0F0404-4DE6-48A5-A497-B2EFA0160217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1484967" y="30029347"/>
            <a:ext cx="4859893" cy="1724962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27CDBC-6DDD-8E4B-B291-75E1164FEC08}" type="datetimeFigureOut">
              <a:t>2026/7/21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4307B-4EA5-4BD2-A860-1DDA2FC493B7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7154843" y="30029347"/>
            <a:ext cx="7289840" cy="1724962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6D088-782F-4FA1-AA48-0B2FF377F01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5254665" y="30029347"/>
            <a:ext cx="4859893" cy="1724962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BDA55F-8BAA-6347-BE02-3806C2C7011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buNone/>
        <a:defRPr sz="10394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539999" indent="-539999" algn="l">
        <a:lnSpc>
          <a:spcPct val="90000"/>
        </a:lnSpc>
        <a:spcBef>
          <a:spcPts val="2362"/>
        </a:spcBef>
        <a:buChar char="•"/>
        <a:defRPr sz="6614">
          <a:solidFill>
            <a:schemeClr val="tx1"/>
          </a:solidFill>
          <a:latin typeface="+mn-lt"/>
          <a:ea typeface="+mn-lt"/>
          <a:cs typeface="+mn-lt"/>
        </a:defRPr>
      </a:lvl1pPr>
      <a:lvl2pPr marL="1619997" indent="-539999" algn="l">
        <a:lnSpc>
          <a:spcPct val="90000"/>
        </a:lnSpc>
        <a:spcBef>
          <a:spcPts val="1181"/>
        </a:spcBef>
        <a:buChar char="•"/>
        <a:defRPr sz="5669">
          <a:solidFill>
            <a:schemeClr val="tx1"/>
          </a:solidFill>
          <a:latin typeface="+mn-lt"/>
          <a:ea typeface="+mn-lt"/>
          <a:cs typeface="+mn-lt"/>
        </a:defRPr>
      </a:lvl2pPr>
      <a:lvl3pPr marL="2699995" indent="-539999" algn="l">
        <a:lnSpc>
          <a:spcPct val="90000"/>
        </a:lnSpc>
        <a:spcBef>
          <a:spcPts val="1181"/>
        </a:spcBef>
        <a:buChar char="•"/>
        <a:defRPr sz="4724">
          <a:solidFill>
            <a:schemeClr val="tx1"/>
          </a:solidFill>
          <a:latin typeface="+mn-lt"/>
          <a:ea typeface="+mn-lt"/>
          <a:cs typeface="+mn-lt"/>
        </a:defRPr>
      </a:lvl3pPr>
      <a:lvl4pPr marL="3779992" indent="-539999" algn="l">
        <a:lnSpc>
          <a:spcPct val="90000"/>
        </a:lnSpc>
        <a:spcBef>
          <a:spcPts val="1181"/>
        </a:spcBef>
        <a:buChar char="•"/>
        <a:defRPr sz="4252">
          <a:solidFill>
            <a:schemeClr val="tx1"/>
          </a:solidFill>
          <a:latin typeface="+mn-lt"/>
          <a:ea typeface="+mn-lt"/>
          <a:cs typeface="+mn-lt"/>
        </a:defRPr>
      </a:lvl4pPr>
      <a:lvl5pPr marL="4859990" indent="-539999" algn="l">
        <a:lnSpc>
          <a:spcPct val="90000"/>
        </a:lnSpc>
        <a:spcBef>
          <a:spcPts val="1181"/>
        </a:spcBef>
        <a:buChar char="•"/>
        <a:defRPr sz="4252">
          <a:solidFill>
            <a:schemeClr val="tx1"/>
          </a:solidFill>
          <a:latin typeface="+mn-lt"/>
          <a:ea typeface="+mn-lt"/>
          <a:cs typeface="+mn-lt"/>
        </a:defRPr>
      </a:lvl5pPr>
      <a:lvl6pPr marL="5939988" indent="-539999" algn="l">
        <a:lnSpc>
          <a:spcPct val="90000"/>
        </a:lnSpc>
        <a:spcBef>
          <a:spcPts val="1181"/>
        </a:spcBef>
        <a:buChar char="•"/>
        <a:defRPr sz="4252">
          <a:solidFill>
            <a:schemeClr val="tx1"/>
          </a:solidFill>
          <a:latin typeface="+mn-lt"/>
          <a:ea typeface="+mn-lt"/>
          <a:cs typeface="+mn-lt"/>
        </a:defRPr>
      </a:lvl6pPr>
      <a:lvl7pPr marL="7019986" indent="-539999" algn="l">
        <a:lnSpc>
          <a:spcPct val="90000"/>
        </a:lnSpc>
        <a:spcBef>
          <a:spcPts val="1181"/>
        </a:spcBef>
        <a:buChar char="•"/>
        <a:defRPr sz="4252">
          <a:solidFill>
            <a:schemeClr val="tx1"/>
          </a:solidFill>
          <a:latin typeface="+mn-lt"/>
          <a:ea typeface="+mn-lt"/>
          <a:cs typeface="+mn-lt"/>
        </a:defRPr>
      </a:lvl7pPr>
      <a:lvl8pPr marL="8099984" indent="-539999" algn="l">
        <a:lnSpc>
          <a:spcPct val="90000"/>
        </a:lnSpc>
        <a:spcBef>
          <a:spcPts val="1181"/>
        </a:spcBef>
        <a:buChar char="•"/>
        <a:defRPr sz="4252">
          <a:solidFill>
            <a:schemeClr val="tx1"/>
          </a:solidFill>
          <a:latin typeface="+mn-lt"/>
          <a:ea typeface="+mn-lt"/>
          <a:cs typeface="+mn-lt"/>
        </a:defRPr>
      </a:lvl8pPr>
      <a:lvl9pPr marL="9179982" indent="-539999" algn="l">
        <a:lnSpc>
          <a:spcPct val="90000"/>
        </a:lnSpc>
        <a:spcBef>
          <a:spcPts val="1181"/>
        </a:spcBef>
        <a:buChar char="•"/>
        <a:defRPr sz="4252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4252">
          <a:solidFill>
            <a:schemeClr val="tx1"/>
          </a:solidFill>
          <a:latin typeface="+mn-lt"/>
          <a:ea typeface="+mn-lt"/>
          <a:cs typeface="+mn-lt"/>
        </a:defRPr>
      </a:lvl1pPr>
      <a:lvl2pPr marL="1079998" algn="l">
        <a:buNone/>
        <a:defRPr sz="4252">
          <a:solidFill>
            <a:schemeClr val="tx1"/>
          </a:solidFill>
          <a:latin typeface="+mn-lt"/>
          <a:ea typeface="+mn-lt"/>
          <a:cs typeface="+mn-lt"/>
        </a:defRPr>
      </a:lvl2pPr>
      <a:lvl3pPr marL="2159996" algn="l">
        <a:buNone/>
        <a:defRPr sz="4252">
          <a:solidFill>
            <a:schemeClr val="tx1"/>
          </a:solidFill>
          <a:latin typeface="+mn-lt"/>
          <a:ea typeface="+mn-lt"/>
          <a:cs typeface="+mn-lt"/>
        </a:defRPr>
      </a:lvl3pPr>
      <a:lvl4pPr marL="3239994" algn="l">
        <a:buNone/>
        <a:defRPr sz="4252">
          <a:solidFill>
            <a:schemeClr val="tx1"/>
          </a:solidFill>
          <a:latin typeface="+mn-lt"/>
          <a:ea typeface="+mn-lt"/>
          <a:cs typeface="+mn-lt"/>
        </a:defRPr>
      </a:lvl4pPr>
      <a:lvl5pPr marL="4319991" algn="l">
        <a:buNone/>
        <a:defRPr sz="4252">
          <a:solidFill>
            <a:schemeClr val="tx1"/>
          </a:solidFill>
          <a:latin typeface="+mn-lt"/>
          <a:ea typeface="+mn-lt"/>
          <a:cs typeface="+mn-lt"/>
        </a:defRPr>
      </a:lvl5pPr>
      <a:lvl6pPr marL="5399989" algn="l">
        <a:buNone/>
        <a:defRPr sz="4252">
          <a:solidFill>
            <a:schemeClr val="tx1"/>
          </a:solidFill>
          <a:latin typeface="+mn-lt"/>
          <a:ea typeface="+mn-lt"/>
          <a:cs typeface="+mn-lt"/>
        </a:defRPr>
      </a:lvl6pPr>
      <a:lvl7pPr marL="6479987" algn="l">
        <a:buNone/>
        <a:defRPr sz="4252">
          <a:solidFill>
            <a:schemeClr val="tx1"/>
          </a:solidFill>
          <a:latin typeface="+mn-lt"/>
          <a:ea typeface="+mn-lt"/>
          <a:cs typeface="+mn-lt"/>
        </a:defRPr>
      </a:lvl7pPr>
      <a:lvl8pPr marL="7559985" algn="l">
        <a:buNone/>
        <a:defRPr sz="4252">
          <a:solidFill>
            <a:schemeClr val="tx1"/>
          </a:solidFill>
          <a:latin typeface="+mn-lt"/>
          <a:ea typeface="+mn-lt"/>
          <a:cs typeface="+mn-lt"/>
        </a:defRPr>
      </a:lvl8pPr>
      <a:lvl9pPr marL="8639983" algn="l">
        <a:buNone/>
        <a:defRPr sz="4252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2DC9CDA-A48B-45EA-A44F-079191576E76}"/>
              </a:ext>
            </a:extLst>
          </p:cNvPr>
          <p:cNvSpPr txBox="1"/>
          <p:nvPr/>
        </p:nvSpPr>
        <p:spPr>
          <a:xfrm>
            <a:off x="1155701" y="1988735"/>
            <a:ext cx="18923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6000" b="1" dirty="0">
                <a:solidFill>
                  <a:schemeClr val="bg1"/>
                </a:solidFill>
              </a:rPr>
              <a:t>Learning Reusable Environment Mechanisms for Continual Reinforcement Learning with model-based methods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02B3C55-2C1F-4218-A7CA-9992C9B5E797}"/>
              </a:ext>
            </a:extLst>
          </p:cNvPr>
          <p:cNvSpPr txBox="1"/>
          <p:nvPr/>
        </p:nvSpPr>
        <p:spPr>
          <a:xfrm>
            <a:off x="4536618" y="4174403"/>
            <a:ext cx="12526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Team Members: </a:t>
            </a:r>
            <a:r>
              <a:rPr lang="en-US" altLang="zh-CN" sz="3600" b="1" dirty="0" err="1">
                <a:solidFill>
                  <a:schemeClr val="bg1"/>
                </a:solidFill>
              </a:rPr>
              <a:t>Ziheng</a:t>
            </a:r>
            <a:r>
              <a:rPr lang="en-US" altLang="zh-CN" sz="3600" b="1" dirty="0">
                <a:solidFill>
                  <a:schemeClr val="bg1"/>
                </a:solidFill>
              </a:rPr>
              <a:t> Wang, </a:t>
            </a:r>
            <a:r>
              <a:rPr lang="en-US" altLang="zh-CN" sz="3600" b="1" dirty="0" err="1">
                <a:solidFill>
                  <a:schemeClr val="bg1"/>
                </a:solidFill>
              </a:rPr>
              <a:t>Yidan</a:t>
            </a:r>
            <a:r>
              <a:rPr lang="en-US" altLang="zh-CN" sz="3600" b="1" dirty="0">
                <a:solidFill>
                  <a:schemeClr val="bg1"/>
                </a:solidFill>
              </a:rPr>
              <a:t> Wu, </a:t>
            </a:r>
            <a:r>
              <a:rPr lang="en-US" altLang="zh-CN" sz="3600" b="1" dirty="0" err="1">
                <a:solidFill>
                  <a:schemeClr val="bg1"/>
                </a:solidFill>
              </a:rPr>
              <a:t>Fandi</a:t>
            </a:r>
            <a:r>
              <a:rPr lang="en-US" altLang="zh-CN" sz="3600" b="1" dirty="0">
                <a:solidFill>
                  <a:schemeClr val="bg1"/>
                </a:solidFill>
              </a:rPr>
              <a:t> Gou, </a:t>
            </a:r>
            <a:r>
              <a:rPr lang="en-US" altLang="zh-CN" sz="3600" b="1" dirty="0" err="1">
                <a:solidFill>
                  <a:schemeClr val="bg1"/>
                </a:solidFill>
              </a:rPr>
              <a:t>Cunyang</a:t>
            </a:r>
            <a:r>
              <a:rPr lang="en-US" altLang="zh-CN" sz="3600" b="1" dirty="0">
                <a:solidFill>
                  <a:schemeClr val="bg1"/>
                </a:solidFill>
              </a:rPr>
              <a:t> Xu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6D9E3C7-4AD0-4A99-AA68-A4B6AF3E1B01}"/>
              </a:ext>
            </a:extLst>
          </p:cNvPr>
          <p:cNvSpPr txBox="1"/>
          <p:nvPr/>
        </p:nvSpPr>
        <p:spPr>
          <a:xfrm>
            <a:off x="4536618" y="4882289"/>
            <a:ext cx="12526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Keywords: Continual RL; Model-based Reinforcement Learning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D0247E4-1EDC-4E55-853C-D9A77198530B}"/>
              </a:ext>
            </a:extLst>
          </p:cNvPr>
          <p:cNvSpPr txBox="1"/>
          <p:nvPr/>
        </p:nvSpPr>
        <p:spPr>
          <a:xfrm>
            <a:off x="2404263" y="6213423"/>
            <a:ext cx="68519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Environment &amp; Task Design</a:t>
            </a:r>
            <a:endParaRPr lang="zh-CN" altLang="en-US" sz="44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57D3AA9-2AFE-4491-AC90-6BD70A7B11FE}"/>
              </a:ext>
            </a:extLst>
          </p:cNvPr>
          <p:cNvSpPr txBox="1"/>
          <p:nvPr/>
        </p:nvSpPr>
        <p:spPr>
          <a:xfrm>
            <a:off x="11767661" y="6259589"/>
            <a:ext cx="938337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en-US" altLang="zh-CN" sz="4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Motivation - </a:t>
            </a:r>
            <a:r>
              <a:rPr lang="zh-CN" altLang="zh-CN" sz="4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Beyond sample efficiency</a:t>
            </a:r>
          </a:p>
          <a:p>
            <a:r>
              <a:rPr lang="en-US" altLang="zh-CN" sz="4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endParaRPr lang="zh-CN" altLang="en-US" sz="44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69DAD75-7806-4783-B74D-0E3D083FF7E0}"/>
              </a:ext>
            </a:extLst>
          </p:cNvPr>
          <p:cNvSpPr txBox="1"/>
          <p:nvPr/>
        </p:nvSpPr>
        <p:spPr>
          <a:xfrm>
            <a:off x="12033250" y="6982864"/>
            <a:ext cx="956627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32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Intuition</a:t>
            </a:r>
            <a:r>
              <a:rPr lang="en-US" altLang="zh-CN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: </a:t>
            </a:r>
            <a:r>
              <a:rPr lang="en-US" altLang="zh-CN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 useful environment model should </a:t>
            </a:r>
            <a:r>
              <a:rPr lang="en-US" altLang="zh-CN" sz="3200" b="1" dirty="0">
                <a:solidFill>
                  <a:schemeClr val="accent2"/>
                </a:solidFill>
              </a:rPr>
              <a:t>capture reusable mechanisms</a:t>
            </a:r>
            <a:r>
              <a:rPr lang="en-US" altLang="zh-CN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,</a:t>
            </a:r>
            <a:r>
              <a:rPr lang="zh-CN" altLang="en-US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not merely memorize state–action outcomes. When one mechanism changes, local evidence can update predictions globally and support rapid replanning.</a:t>
            </a:r>
          </a:p>
          <a:p>
            <a:pPr>
              <a:lnSpc>
                <a:spcPct val="125000"/>
              </a:lnSpc>
            </a:pPr>
            <a:r>
              <a:rPr lang="en-US" altLang="zh-CN" sz="32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Research question</a:t>
            </a:r>
            <a:r>
              <a:rPr lang="en-US" altLang="zh-CN" sz="3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: </a:t>
            </a:r>
            <a:r>
              <a:rPr lang="en-US" altLang="zh-CN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Can a </a:t>
            </a:r>
            <a:r>
              <a:rPr lang="en-US" altLang="zh-CN" sz="3200" b="1" dirty="0">
                <a:solidFill>
                  <a:schemeClr val="accent2"/>
                </a:solidFill>
              </a:rPr>
              <a:t>structured</a:t>
            </a:r>
            <a:r>
              <a:rPr lang="en-US" altLang="zh-CN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environment model reduce adaptation regret under abrupt changes, smooth drift, recurrence, and novel factor combinations?</a:t>
            </a:r>
          </a:p>
          <a:p>
            <a:endParaRPr lang="zh-CN" altLang="en-US" sz="28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7388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103</Words>
  <Application>Microsoft Office PowerPoint</Application>
  <DocSecurity>0</DocSecurity>
  <PresentationFormat>自定义</PresentationFormat>
  <Paragraphs>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梓恒 王</cp:lastModifiedBy>
  <cp:revision>7</cp:revision>
  <dcterms:created xsi:type="dcterms:W3CDTF">2026-07-15T09:15:51Z</dcterms:created>
  <dcterms:modified xsi:type="dcterms:W3CDTF">2026-07-21T14:57:53Z</dcterms:modified>
</cp:coreProperties>
</file>